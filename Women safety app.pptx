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EB Garamon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regular.fntdata"/><Relationship Id="rId25" Type="http://schemas.openxmlformats.org/officeDocument/2006/relationships/slide" Target="slides/slide20.xml"/><Relationship Id="rId28" Type="http://schemas.openxmlformats.org/officeDocument/2006/relationships/font" Target="fonts/EBGaramond-italic.fntdata"/><Relationship Id="rId27" Type="http://schemas.openxmlformats.org/officeDocument/2006/relationships/font" Target="fonts/EBGaramo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BGaramon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kind of news we are met with on a daily basis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d49cafeb8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d49cafeb8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d49cafeb8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d49cafeb8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d49cafeb86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d49cafeb86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d49cafeb8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d49cafeb8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d49cafeb86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d49cafeb86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d49cafeb86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d49cafeb86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d49cafeb86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d49cafeb86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49cafeb86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49cafeb86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creation by taking crime data from states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d49cafeb86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d49cafeb86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used google maps api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49cafeb86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49cafeb86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Based on that we have red alert zones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d49cafeb86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d49cafeb86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d49cafeb86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d49cafeb86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49f4e875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49f4e875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d49cafeb86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d49cafeb86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49cafeb86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d49cafeb86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49f4e875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d49f4e875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49cafeb86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49cafeb86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49cafeb86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49cafeb86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accessibilty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49cafeb86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49cafeb86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app aims to be inclusive for all women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21.jpg"/><Relationship Id="rId5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jp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6646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12855" l="0" r="0" t="-9222"/>
          <a:stretch/>
        </p:blipFill>
        <p:spPr>
          <a:xfrm>
            <a:off x="0" y="-617800"/>
            <a:ext cx="9144000" cy="576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324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7"/>
          <p:cNvPicPr preferRelativeResize="0"/>
          <p:nvPr/>
        </p:nvPicPr>
        <p:blipFill rotWithShape="1">
          <a:blip r:embed="rId4">
            <a:alphaModFix/>
          </a:blip>
          <a:srcRect b="0" l="2723" r="0" t="0"/>
          <a:stretch/>
        </p:blipFill>
        <p:spPr>
          <a:xfrm>
            <a:off x="4324575" y="0"/>
            <a:ext cx="4819425" cy="278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4575" y="2787250"/>
            <a:ext cx="4819425" cy="23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2440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8"/>
          <p:cNvSpPr txBox="1"/>
          <p:nvPr/>
        </p:nvSpPr>
        <p:spPr>
          <a:xfrm>
            <a:off x="5761300" y="1637900"/>
            <a:ext cx="28161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What do we do?</a:t>
            </a:r>
            <a:endParaRPr b="1" sz="4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9"/>
          <p:cNvPicPr preferRelativeResize="0"/>
          <p:nvPr/>
        </p:nvPicPr>
        <p:blipFill rotWithShape="1">
          <a:blip r:embed="rId4">
            <a:alphaModFix/>
          </a:blip>
          <a:srcRect b="1922" l="4131" r="0" t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 rotWithShape="1">
          <a:blip r:embed="rId3">
            <a:alphaModFix/>
          </a:blip>
          <a:srcRect b="3633" l="2707" r="3299" t="32403"/>
          <a:stretch/>
        </p:blipFill>
        <p:spPr>
          <a:xfrm>
            <a:off x="0" y="0"/>
            <a:ext cx="50429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0"/>
          <p:cNvPicPr preferRelativeResize="0"/>
          <p:nvPr/>
        </p:nvPicPr>
        <p:blipFill rotWithShape="1">
          <a:blip r:embed="rId4">
            <a:alphaModFix/>
          </a:blip>
          <a:srcRect b="5024" l="42915" r="0" t="0"/>
          <a:stretch/>
        </p:blipFill>
        <p:spPr>
          <a:xfrm>
            <a:off x="5042925" y="0"/>
            <a:ext cx="41010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1"/>
          <p:cNvPicPr preferRelativeResize="0"/>
          <p:nvPr/>
        </p:nvPicPr>
        <p:blipFill rotWithShape="1">
          <a:blip r:embed="rId3">
            <a:alphaModFix/>
          </a:blip>
          <a:srcRect b="0" l="4933" r="0" t="0"/>
          <a:stretch/>
        </p:blipFill>
        <p:spPr>
          <a:xfrm>
            <a:off x="0" y="0"/>
            <a:ext cx="4884899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21"/>
          <p:cNvCxnSpPr/>
          <p:nvPr/>
        </p:nvCxnSpPr>
        <p:spPr>
          <a:xfrm flipH="1" rot="10800000">
            <a:off x="1594775" y="1364850"/>
            <a:ext cx="469800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21"/>
          <p:cNvCxnSpPr/>
          <p:nvPr/>
        </p:nvCxnSpPr>
        <p:spPr>
          <a:xfrm>
            <a:off x="3132075" y="1752800"/>
            <a:ext cx="3232800" cy="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21"/>
          <p:cNvCxnSpPr/>
          <p:nvPr/>
        </p:nvCxnSpPr>
        <p:spPr>
          <a:xfrm flipH="1" rot="10800000">
            <a:off x="3850450" y="2111850"/>
            <a:ext cx="2485500" cy="33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21"/>
          <p:cNvCxnSpPr/>
          <p:nvPr/>
        </p:nvCxnSpPr>
        <p:spPr>
          <a:xfrm flipH="1" rot="10800000">
            <a:off x="2370600" y="2557275"/>
            <a:ext cx="3965400" cy="202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9350" y="799025"/>
            <a:ext cx="2358525" cy="235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/>
          <p:cNvPicPr preferRelativeResize="0"/>
          <p:nvPr/>
        </p:nvPicPr>
        <p:blipFill rotWithShape="1">
          <a:blip r:embed="rId3">
            <a:alphaModFix/>
          </a:blip>
          <a:srcRect b="0" l="22251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/>
          <p:cNvPicPr preferRelativeResize="0"/>
          <p:nvPr/>
        </p:nvPicPr>
        <p:blipFill rotWithShape="1">
          <a:blip r:embed="rId3">
            <a:alphaModFix/>
          </a:blip>
          <a:srcRect b="0" l="18718" r="18042" t="0"/>
          <a:stretch/>
        </p:blipFill>
        <p:spPr>
          <a:xfrm>
            <a:off x="0" y="0"/>
            <a:ext cx="397975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7"/>
          <p:cNvPicPr preferRelativeResize="0"/>
          <p:nvPr/>
        </p:nvPicPr>
        <p:blipFill rotWithShape="1">
          <a:blip r:embed="rId3">
            <a:alphaModFix/>
          </a:blip>
          <a:srcRect b="12585" l="18260" r="9620" t="18827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8"/>
          <p:cNvPicPr preferRelativeResize="0"/>
          <p:nvPr/>
        </p:nvPicPr>
        <p:blipFill rotWithShape="1">
          <a:blip r:embed="rId3">
            <a:alphaModFix/>
          </a:blip>
          <a:srcRect b="13790" l="0" r="2780" t="9209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0"/>
          <p:cNvPicPr preferRelativeResize="0"/>
          <p:nvPr/>
        </p:nvPicPr>
        <p:blipFill rotWithShape="1">
          <a:blip r:embed="rId3">
            <a:alphaModFix/>
          </a:blip>
          <a:srcRect b="0" l="8729" r="12056" t="10841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2"/>
          <p:cNvPicPr preferRelativeResize="0"/>
          <p:nvPr/>
        </p:nvPicPr>
        <p:blipFill rotWithShape="1">
          <a:blip r:embed="rId3">
            <a:alphaModFix/>
          </a:blip>
          <a:srcRect b="10897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